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12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91440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SOFTWARE TESTING &amp; DESIGN  — 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7040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</a:rPr>
              <a:t>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7040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58A6FF"/>
                </a:solidFill>
              </a:rPr>
              <a:t>Calcure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01568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9939E"/>
                </a:solidFill>
              </a:rPr>
              <a:t>A comprehensive test suite for a
Python TUI Calendar &amp; Task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343400"/>
            <a:ext cx="3200400" cy="36576"/>
          </a:xfrm>
          <a:prstGeom prst="rect">
            <a:avLst/>
          </a:prstGeom>
          <a:solidFill>
            <a:srgbClr val="484F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48056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Yash Salunke  ·  Harshal Gajjar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1947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</a:rPr>
              <a:t>github.com/Yashcoder2802/calcure-testing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457200"/>
            <a:ext cx="4114800" cy="1325880"/>
          </a:xfrm>
          <a:prstGeom prst="rect">
            <a:avLst/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457200"/>
            <a:ext cx="73152" cy="13258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566928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FB950"/>
                </a:solidFill>
              </a:rPr>
              <a:t>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2984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Total Tests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938528"/>
            <a:ext cx="4114800" cy="1325880"/>
          </a:xfrm>
          <a:prstGeom prst="rect">
            <a:avLst/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938528"/>
            <a:ext cx="73152" cy="13258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48256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58A6FF"/>
                </a:solidFill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797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Branch 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419856"/>
            <a:ext cx="4114800" cy="1325880"/>
          </a:xfrm>
          <a:prstGeom prst="rect">
            <a:avLst/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3419856"/>
            <a:ext cx="73152" cy="132588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529584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Mutation 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4901184"/>
            <a:ext cx="4114800" cy="1325880"/>
          </a:xfrm>
          <a:prstGeom prst="rect">
            <a:avLst/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9560" y="4901184"/>
            <a:ext cx="73152" cy="132588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5010912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5149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7424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Bugs Found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73152" cy="1170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389888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What is Calcure?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8105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App overview, architecture &amp; scope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298448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298448"/>
            <a:ext cx="73152" cy="117043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389888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FB950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Testing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8105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6 suites, techniques &amp; toolchain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96896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596896"/>
            <a:ext cx="73152" cy="1170432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" y="2688336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3B341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68833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Blackbox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108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EP · BA · EG · CT — 117 tests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596896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596896"/>
            <a:ext cx="73152" cy="1170432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688336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BC8CF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68833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Whitebox &amp;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108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86 tests · 89% branch coverage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95344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895344"/>
            <a:ext cx="73152" cy="117043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3986784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5149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398678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Mutation Testing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4074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mutmut · 81.6% kill rate · 784 mutants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895344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3895344"/>
            <a:ext cx="73152" cy="1170432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986784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9D3C3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98678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CLI · Mock · Integration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4074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65 tests across 3 extra suites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193792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5193792"/>
            <a:ext cx="73152" cy="117043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52852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5149"/>
                </a:solidFill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52852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Bugs Revealed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70585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2 real faults with root-cause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193792"/>
            <a:ext cx="5669280" cy="11704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5193792"/>
            <a:ext cx="73152" cy="117043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52852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FB950"/>
                </a:solidFill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52852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Results &amp; Lessons Learned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70585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Before/after &amp;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is Calcure?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Open-source Python TUI calendar — ~5,784 LOC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39496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C8CFF"/>
                </a:solidFill>
              </a:rPr>
              <a:t>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530352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92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data.py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89280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Tasks, events, collections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04872"/>
            <a:ext cx="530352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calendars.py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Calendar rendering &amp; views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26664"/>
            <a:ext cx="530352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3639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loaders.py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1363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CSV / ICS file parsing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48456"/>
            <a:ext cx="530352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savers.py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758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CSV / ICS file writing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70248"/>
            <a:ext cx="530352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3799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screen.py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437997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Curses UI, key handling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92040"/>
            <a:ext cx="530352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0017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app.py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50017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App startup &amp; routing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513832"/>
            <a:ext cx="530352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23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config.py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623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User configuration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234440"/>
            <a:ext cx="5897880" cy="23774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13533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Key Features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914022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1737360"/>
            <a:ext cx="53766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Terminal UI with Python curses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2334646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157984"/>
            <a:ext cx="53766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Events: create · edit · repeat · ICS import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2755270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2578608"/>
            <a:ext cx="53766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Tasks: priority · subtasks · journals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175894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999232"/>
            <a:ext cx="53766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Persian / Julian calendar support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3596518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3368" y="3419856"/>
            <a:ext cx="53766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Timezone-aware multi-view navigation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3749039"/>
            <a:ext cx="182880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9320" y="3858768"/>
            <a:ext cx="1828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FB950"/>
                </a:solidFill>
              </a:rPr>
              <a:t>5,784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44074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9939E"/>
                </a:solidFill>
              </a:rPr>
              <a:t>Lines of Code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3749039"/>
            <a:ext cx="182880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3858768"/>
            <a:ext cx="1828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0" y="44074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9939E"/>
                </a:solidFill>
              </a:rPr>
              <a:t>Modules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21240" y="3749039"/>
            <a:ext cx="182880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21240" y="3858768"/>
            <a:ext cx="1828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3B341"/>
                </a:solidFill>
              </a:rPr>
              <a:t>3.9+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1240" y="44074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9939E"/>
                </a:solidFill>
              </a:rPr>
              <a:t>Python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5166360"/>
            <a:ext cx="5897880" cy="13533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5257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Testing Scope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562356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Primary targets: data.py · calendars.py · loaders.py · savers.py
Excluded: screen.py (pure curses UI — tested via CLI tier-2 instead)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Testing Strategy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6 suites · 341 tests · full toolchain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51615" cy="43891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435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Techniques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24358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2435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Coverage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243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2435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45920"/>
            <a:ext cx="11551615" cy="731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645920"/>
            <a:ext cx="64008" cy="7315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8013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Blackbox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18013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EP · BA · EG · 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737360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8013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Spec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18013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pytest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1828800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117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414016"/>
            <a:ext cx="11551615" cy="7315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414016"/>
            <a:ext cx="64008" cy="7315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2569464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Whitebox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25694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Branch / path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505456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56946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89% branches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56946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coverage.py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92640" y="2596896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86 pass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182112"/>
            <a:ext cx="11551615" cy="731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182112"/>
            <a:ext cx="64008" cy="73152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C8CFF"/>
                </a:solidFill>
              </a:rP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337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Component chains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3273552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3337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Data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337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pytest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92640" y="3364992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21 pass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950208"/>
            <a:ext cx="11551615" cy="7315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950208"/>
            <a:ext cx="64008" cy="7315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" y="4105656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3B341"/>
                </a:solidFill>
              </a:rPr>
              <a:t>Mock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10565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Side-effect isolation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4041648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0" y="4105656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Pure unit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410565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unittest.mock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4133088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17 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718304"/>
            <a:ext cx="11551615" cy="731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4718304"/>
            <a:ext cx="64008" cy="7315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" y="487375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5149"/>
                </a:solidFill>
              </a:rPr>
              <a:t>CLI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48737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Tier1 + Tier2 PTY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4809744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487375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Flag correctness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subprocess+pty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92640" y="4901184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27 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486400"/>
            <a:ext cx="11551615" cy="7315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" y="5486400"/>
            <a:ext cx="64008" cy="7315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9768" y="5641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D3C3"/>
                </a:solidFill>
              </a:rPr>
              <a:t>Mutation-Targeted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1680" y="564184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Surviving-mutant focus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34840" y="5577840"/>
            <a:ext cx="1280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FB950"/>
                </a:solidFill>
              </a:rPr>
              <a:t>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0" y="564184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81.6% kill rate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6418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mutmut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5669280"/>
            <a:ext cx="201168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✓ 73 pass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6281928"/>
            <a:ext cx="11551615" cy="384048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9768" y="63093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4840" y="628192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341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Blackbox Testing — 4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117 tests derived from specification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669280" cy="257860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0" cy="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" y="1362456"/>
            <a:ext cx="640080" cy="31089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6245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Equivalence Partitioning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7373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Divides input space into classes where all values should behave identically.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" y="2194560"/>
            <a:ext cx="530352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219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2219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" y="2468880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Valid name (1–999 chars)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14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Accepted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2779776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254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Invalid name (0 or 1000+)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82549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" y="3090672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363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1–3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1363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Accepted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" y="3401568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4472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0 or 4+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4472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Rejected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234440"/>
            <a:ext cx="5669280" cy="257860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234440"/>
            <a:ext cx="0" cy="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3952" y="1362456"/>
            <a:ext cx="640080" cy="31089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136245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Boundary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373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Tests values at the exact boundary between valid and invalid partitions.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3952" y="2194560"/>
            <a:ext cx="530352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2219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219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2468880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length 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514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Valid 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73952" y="2779776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8254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length 1000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82549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Invalid 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73952" y="3090672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31363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=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1363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Min valid 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73952" y="3401568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34472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=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34472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Max valid 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959352"/>
            <a:ext cx="5669280" cy="257860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3959352"/>
            <a:ext cx="0" cy="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4632" y="4087368"/>
            <a:ext cx="640080" cy="310896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408736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Error Guessing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" y="44622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Guesses common mistakes developers make — found 2 real bugs.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" y="4919472"/>
            <a:ext cx="530352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49469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0" y="49469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4632" y="5193792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23951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= "   " (spaces)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29000" y="523951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5149"/>
                </a:solidFill>
              </a:rPr>
              <a:t>Should reject ✗ BUG!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" y="5504688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550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CSV year = 'abc'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29000" y="555040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5149"/>
                </a:solidFill>
              </a:rPr>
              <a:t>Should skip ✗ BUG!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" y="5815584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8613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Emoji in name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29000" y="58613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Handled gracefully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" y="6126480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6172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Semicolons in name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6172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Escaped correctly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959352"/>
            <a:ext cx="5669280" cy="257860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09360" y="3959352"/>
            <a:ext cx="0" cy="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73952" y="4087368"/>
            <a:ext cx="640080" cy="310896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69480" y="408736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Combinatorial Testing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73952" y="44622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Tests interactions between parameters that could fail together.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73952" y="4919472"/>
            <a:ext cx="530352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9469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49469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73952" y="5193792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523951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1 × done status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23951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Valid combo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3952" y="5504688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5550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3 × pending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555040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Valid combo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73952" y="5815584"/>
            <a:ext cx="5303520" cy="29260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37960" y="58613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Repeat × interval pairs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18320" y="58613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6 combos tested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73952" y="6126480"/>
            <a:ext cx="5303520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6172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Config flag combos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18320" y="6172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4 combos tested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Whitebox Testing — Branch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86 tests targeting specific source branches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94360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Branch Coverage by 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calendars.py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82880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97 / 100 branches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12848"/>
            <a:ext cx="557784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5410504" cy="2743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128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117"/>
                </a:solidFill>
              </a:rPr>
              <a:t>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249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72491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94 / 100 branches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08960"/>
            <a:ext cx="557784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108960"/>
            <a:ext cx="5243169" cy="2743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117"/>
                </a:solidFill>
              </a:rPr>
              <a:t>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2102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savers.py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621024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92 / 100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05072"/>
            <a:ext cx="557784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005072"/>
            <a:ext cx="5131612" cy="2743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005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117"/>
                </a:solidFill>
              </a:rPr>
              <a:t>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171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loaders.py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517136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85 / 100 branches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901184"/>
            <a:ext cx="557784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901184"/>
            <a:ext cx="4741164" cy="2743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901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117"/>
                </a:solidFill>
              </a:rPr>
              <a:t>85%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132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__init__.py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78 / 100 branches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797296"/>
            <a:ext cx="557784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797296"/>
            <a:ext cx="4350715" cy="2743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7972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117"/>
                </a:solidFill>
              </a:rPr>
              <a:t>78%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6035040"/>
            <a:ext cx="5943600" cy="36576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1081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Core Average: 89%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1234440"/>
            <a:ext cx="539496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1353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Key Test Classes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737360"/>
            <a:ext cx="539496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175564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Class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175564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17556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What it tests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2029968"/>
            <a:ext cx="5303520" cy="457200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2093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TimerParityTest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09397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L234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209397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Even/odd second alt.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37960" y="2523744"/>
            <a:ext cx="530352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2587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CollectionGuard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25877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25877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999/1000 char guard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017520"/>
            <a:ext cx="5303520" cy="457200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3081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SubtaskPrefixTest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3081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L312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30815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'--' vs '----'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37960" y="3511296"/>
            <a:ext cx="530352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9400" y="35753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LeapYearTest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5753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57530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÷4/÷100/÷400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60" y="4005072"/>
            <a:ext cx="5303520" cy="457200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2940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CSVDetectionTest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0690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loaders.py L145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4069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Header vs data row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37960" y="4498848"/>
            <a:ext cx="530352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45628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ICSParserTest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45628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loaders.py L201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45628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RRULE + DTSTART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37960" y="4992624"/>
            <a:ext cx="5303520" cy="457200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29400" y="5056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PersianCalTest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50566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5056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Jalali conversion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37960" y="5486400"/>
            <a:ext cx="530352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29400" y="55504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FilterYearTest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3920" y="55504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L310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55504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Year boundary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37960" y="5980176"/>
            <a:ext cx="5303520" cy="457200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29400" y="6044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MoveTaskTest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03920" y="604418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L401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60441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pop + insert order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Mutation Testing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mutmut v2.4.4 — 784 mutants across data.py + calendars.py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74320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43200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99032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58A6FF"/>
                </a:solidFill>
              </a:rPr>
              <a:t>784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Total Mutants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50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generated by mutmut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74320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34440"/>
            <a:ext cx="2743200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399032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B950"/>
                </a:solidFill>
              </a:rPr>
              <a:t>640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Killed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50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tests detected the change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34440"/>
            <a:ext cx="274320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2743200" cy="457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99032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5149"/>
                </a:solidFill>
              </a:rPr>
              <a:t>144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Survived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350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tests did NOT catch these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74320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743200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399032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Kill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50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industry target: ≥80%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926080"/>
            <a:ext cx="5669280" cy="35935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0358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5149"/>
                </a:solidFill>
              </a:rPr>
              <a:t>Why Did 144 Mutants Survive?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438144"/>
            <a:ext cx="557784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456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Mutant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456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#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45643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Reason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730752"/>
            <a:ext cx="5577840" cy="42062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7947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Off-by-one arithmetic  (+1/−1)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37947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7947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Assertions too loose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87952"/>
            <a:ext cx="5577840" cy="42062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2519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Comparison flips  (&gt;= vs &gt;)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4251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2519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Not on critical path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645152"/>
            <a:ext cx="5577840" cy="42062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7091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String literal changes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47091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47091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Not asserted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102352"/>
            <a:ext cx="5577840" cy="42062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1663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Dead / unreachable code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39" y="51663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51663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Cannot be killed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59552"/>
            <a:ext cx="5577840" cy="42062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Boolean negation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56235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6235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Equivalent mutant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016752"/>
            <a:ext cx="5577840" cy="42062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0807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39" y="60807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60807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Various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2926080"/>
            <a:ext cx="5715000" cy="35935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30358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3B341"/>
                </a:solidFill>
              </a:rPr>
              <a:t>Our Response — 73 Precision Tests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80" y="3438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Each test targets exactly one surviving mutant.
Docstrings use labels like [DAT-L234] / [CAL-L78].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4041648"/>
            <a:ext cx="562356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0" y="40965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[DAT-L234]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0965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Timer parity edge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0" y="40965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6 tests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453128"/>
            <a:ext cx="562356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09360" y="450799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[DAT-L89]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4507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Collection guard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450799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8 tests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864608"/>
            <a:ext cx="562356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0" y="491947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[DAT-L312]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9520" y="49194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Subtask prefix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24160" y="491947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5 tests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5276088"/>
            <a:ext cx="562356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0" y="53309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[CAL-L78]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53309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Leap year logic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24160" y="53309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9 tests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62356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0" y="5742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[CAL-L145]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89520" y="5742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CSV row detection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424160" y="5742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7 tests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17920" y="6099048"/>
            <a:ext cx="562356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9360" y="61539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[CAL-L201]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61539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ICS RRULE parsing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4160" y="61539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6 tests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6510528"/>
            <a:ext cx="562356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656539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[CAL-L310]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9520" y="65653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Year filter boundary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60" y="656539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8 tests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17920" y="6922008"/>
            <a:ext cx="562356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09360" y="697687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9D3C3"/>
                </a:solidFill>
              </a:rPr>
              <a:t>Other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89520" y="69768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Various data mutations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24160" y="697687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3B341"/>
                </a:solidFill>
              </a:rPr>
              <a:t>24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CLI · Mock · Integration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3 additional suites — 65 tests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49039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" y="1389888"/>
            <a:ext cx="1280160" cy="31089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7922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CLI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2311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Two-tier approach needed because Calcure requires a real TTY (curses).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816352"/>
            <a:ext cx="352044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Checks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" y="3090672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36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 — no 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subprocess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-v, --folder, --config flags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" y="3474720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20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2 — PTY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pty module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--task, --event (curses UI)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" y="3858768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9044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Exit codes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0 = success, non-0 = 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" y="4242816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2885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Output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1368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regex 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version string, help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" y="51206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FB950"/>
                </a:solidFill>
              </a:rPr>
              <a:t>★ sys.executable used — avoids hardcoded Python paths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79" y="1234440"/>
            <a:ext cx="3749039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79" y="1234440"/>
            <a:ext cx="3749039" cy="640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1" y="1389888"/>
            <a:ext cx="1280160" cy="31089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2271" y="17922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Mock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1" y="22311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Mocking replaces slow/side-effectful dependencies during unit tests.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07407" y="2816352"/>
            <a:ext cx="352044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59" y="28346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How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79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Checks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07407" y="3090672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59" y="3136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3B341"/>
                </a:solidFill>
              </a:rPr>
              <a:t>time.time()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007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unittest.mock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79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Timer parity tests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07407" y="3474720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59" y="3520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3B341"/>
                </a:solidFill>
              </a:rPr>
              <a:t>builtins.open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9007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mock_open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79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File I/O isolation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07407" y="3858768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59" y="39044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3B341"/>
                </a:solidFill>
              </a:rPr>
              <a:t>urllib.request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9007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MagicMock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79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ICS download tests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7407" y="4242816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80559" y="42885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3B341"/>
                </a:solidFill>
              </a:rPr>
              <a:t>pathlib.Path.replace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9007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patch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79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Atomic save tests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07407" y="4626864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80559" y="46725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3B341"/>
                </a:solidFill>
              </a:rPr>
              <a:t>datetime.now()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79007" y="46725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patch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79" y="46725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Date-sensitive tests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62271" y="51206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FB950"/>
                </a:solidFill>
              </a:rPr>
              <a:t>★ Verified call counts + return values in every test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75318" y="1234440"/>
            <a:ext cx="3749039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75318" y="1234440"/>
            <a:ext cx="3749039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9910" y="1389888"/>
            <a:ext cx="1280160" cy="310896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 Tests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39910" y="17922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Integration Testing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0" y="22311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Tests data flow through multiple connected components end-to-end.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85046" y="2816352"/>
            <a:ext cx="352044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58198" y="28346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What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646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How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89918" y="28346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9939E"/>
                </a:solidFill>
              </a:rPr>
              <a:t>Checks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85046" y="3090672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58198" y="3136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CSV round-trip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56646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write → read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89918" y="3136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Data survives file I/O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85046" y="3474720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58198" y="35204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ICS import chain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56646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parse → store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89918" y="35204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Events stored correctly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85046" y="3858768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58198" y="39044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Task pipeline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56646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add → save → load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789918" y="39044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Full lifecycle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85046" y="4242816"/>
            <a:ext cx="3520440" cy="34747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58198" y="42885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Config + loader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56646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config → parse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89918" y="4288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Settings applied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85046" y="4626864"/>
            <a:ext cx="3520440" cy="34747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58198" y="46725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Multi-event 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56646" y="46725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filter → render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789918" y="46725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939E"/>
                </a:solidFill>
              </a:rPr>
              <a:t>Combined operation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39910" y="51206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FB950"/>
                </a:solidFill>
              </a:rPr>
              <a:t>★ Catches bugs that unit tests miss — especially format issues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Bug #1 — Whitespace-Only Name Accepted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Discovered via Error Guessing · data.py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91440" cy="528523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939E"/>
                </a:solidFill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task with name = "   " (three spaces) should be rejected like an empty name. Instead, it is silently stored — the guard only checks len(name) &gt; 0, and len("   ") == 3 so it passes.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Buggy Code  (data.py ~L89)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5303520" cy="987552"/>
          </a:xfrm>
          <a:prstGeom prst="rect">
            <a:avLst/>
          </a:prstGeom>
          <a:solidFill>
            <a:srgbClr val="0A0E14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9D1D9"/>
                </a:solidFill>
              </a:rPr>
              <a:t>def add_item(self, item):
    if len(item.name) &gt; 0:   # BUG
        self.items.append(item)
    # "   " has len 3 — passes!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Suggested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880360"/>
            <a:ext cx="5303520" cy="987552"/>
          </a:xfrm>
          <a:prstGeom prst="rect">
            <a:avLst/>
          </a:prstGeom>
          <a:solidFill>
            <a:srgbClr val="0A0E14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9D1D9"/>
                </a:solidFill>
              </a:rPr>
              <a:t>def add_item(self, item):
    if len(item.name.strip()) &gt; 0:  # FIX
        self.items.append(item)
    # "   ".strip() == "" — rejected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050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Impact Analysis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07408"/>
            <a:ext cx="11338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988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Symptom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4988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Tasks with blank names stored and appear as empty rows in the 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1338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Severity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974336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Medium — UI confusion, data corruption in exported CSV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8384"/>
            <a:ext cx="11338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4498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Detected 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449824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test_add_task_whitespace_only_name_rejected  [EG blackbox test]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33872"/>
            <a:ext cx="11338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9253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Fix effort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925312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One-line — add .strip() before len() 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Bug #2 — CSV Crash on Malformed Year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Discovered via Error Guessing · loaders.py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91440" cy="528523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9939E"/>
                </a:solidFill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loaders.py calls int(row[1]) to parse the year column without any error handling. If a CSV file contains a corrupted row like  0,not-a-year,9,15,"Conference",3,weekly,normal  the application raises ValueError and crashes at startup — showing no error message.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Buggy Code  (loaders.py ~L145)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5303520" cy="987552"/>
          </a:xfrm>
          <a:prstGeom prst="rect">
            <a:avLst/>
          </a:prstGeom>
          <a:solidFill>
            <a:srgbClr val="0A0E14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9D1D9"/>
                </a:solidFill>
              </a:rPr>
              <a:t>for row in reader:
    year  = int(row[1])   # ValueError if bad
    month = int(row[2])
    day   = int(row[3])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Suggested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880360"/>
            <a:ext cx="5303520" cy="987552"/>
          </a:xfrm>
          <a:prstGeom prst="rect">
            <a:avLst/>
          </a:prstGeom>
          <a:solidFill>
            <a:srgbClr val="0A0E14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9D1D9"/>
                </a:solidFill>
              </a:rPr>
              <a:t>for row in reader:
    try:
        year  = int(row[1])
        month = int(row[2])
        day   = int(row[3])
    except (ValueError, IndexError):
        continue   # skip bad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050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Impact Analysis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07408"/>
            <a:ext cx="11338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988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Symptom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4988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Application crashes silently on startup if any CSV row has a non-integer year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1338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Severity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974336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High — data corruption or accidental edits render the app unlaunchable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8384"/>
            <a:ext cx="11338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4498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Detected 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449824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test_event_loader_malformed_csv_does_not_crash  [EG blackbox test]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33872"/>
            <a:ext cx="11338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9253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Fix effort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925312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Wrap int() casts in try/except; continue to skip malformed rows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Results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Final numbers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9903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B950"/>
                </a:solidFill>
              </a:rPr>
              <a:t>341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391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Total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50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across 6 suites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2344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234440"/>
            <a:ext cx="3657600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39903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58A6FF"/>
                </a:solidFill>
              </a:rP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0391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Branch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350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core modules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18" y="12344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8" y="1234440"/>
            <a:ext cx="3657600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8" y="139903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8" y="20391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Mutation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8" y="2350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above 80%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200400"/>
            <a:ext cx="3657600" cy="457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36499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5149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0050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Real Bugs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315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with root causes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320040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79" y="3200400"/>
            <a:ext cx="3657600" cy="4572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36499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C8C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9" y="40050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Test Suites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79" y="4315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complementary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18" y="320040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8" y="3200400"/>
            <a:ext cx="3657600" cy="457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8" y="3364992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9D3C3"/>
                </a:solidFill>
              </a:rPr>
              <a:t>5,784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8" y="40050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LOC Under 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8" y="4315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84F58"/>
                </a:solidFill>
              </a:rPr>
              <a:t>Python 3.9+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What we built over the semester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51615" cy="384048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618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5149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618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FB950"/>
                </a:solidFill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261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8A6FF"/>
                </a:solidFill>
              </a:rPr>
              <a:t>Delta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18488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72821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6916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17282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691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2821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+4 new suites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40280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350008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Total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31343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35000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1343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341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35000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+336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62072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97180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Branch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3522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~0%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97180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2935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89%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9718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+89 percentage 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83864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59359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Mutation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355701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59359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5701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81.6%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59359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above 80% industry target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105656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21538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Bugs Found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41788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421538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1788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21538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both with root-cause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727448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83717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Lines of 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0" y="4800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0720" y="48371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800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4,500+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8371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×67 growth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349240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5458968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Techniques Used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542239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545896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542239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545896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EP·BA·EG·CT·WB·Mock·Mutation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971032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080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Tools 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604418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60720" y="60807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04418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FB950"/>
                </a:solidFill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608076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pytest·coverage·mutmut·pty·mock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Key takeaways from testing Calcure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11551615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91440" cy="9601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3898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Error Guessing reveals real bugs that EP &amp; BA miss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013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Both bugs were found by asking 'what if the data is bad?' — not by partitioning valid input. Always include EG.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40863"/>
            <a:ext cx="11551615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40863"/>
            <a:ext cx="91440" cy="9601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5"/>
            <a:ext cx="384048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96895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432303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High branch coverage does not mean high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43783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89% branch coverage still left 144 surviving mutants. Coverage proves execution, not verification.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83278"/>
            <a:ext cx="11551615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383278"/>
            <a:ext cx="91440" cy="9601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9310"/>
            <a:ext cx="384048" cy="38404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47471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Mutation score exposes weak assertions precisely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88619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Each surviving mutant pointed to a test whose assertion was too broad. Precision tests are more valuable than many weak ones.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425693"/>
            <a:ext cx="11551615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425693"/>
            <a:ext cx="91440" cy="96012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681725"/>
            <a:ext cx="384048" cy="38404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5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517133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Mocks are fast but integration tests are essential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28613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Mocks isolated components well, but integration tests caught CSV round-trip bugs that mocks concealed.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68108"/>
            <a:ext cx="11551615" cy="9601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5468108"/>
            <a:ext cx="91440" cy="9601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724140"/>
            <a:ext cx="384048" cy="384048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7241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5595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TUI apps require a PTY — standard subprocess is not enough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9710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Calcure needs a real TTY. Without the pty-based Tier 2 tests, 40% of CLI flags would be completely untestable.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 &amp;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Run the tests yourself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9D3C3"/>
                </a:solidFill>
              </a:rPr>
              <a:t>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https://github.com/Yashcoder2802/calcure-testing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Branch: main   |   Tests: tests/   |   Report: TESTING_REPORT.md   |   Slides: reports/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34640"/>
            <a:ext cx="11548872" cy="358444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443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D3C3"/>
                </a:solidFill>
              </a:rPr>
              <a:t>Quick Start Commands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37560"/>
            <a:ext cx="11548872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558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55848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Command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30168"/>
            <a:ext cx="11475720" cy="47548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7216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Run all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21608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python -m pytest tests/ -v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42232"/>
            <a:ext cx="11475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336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Branch coverage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33672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coverage run -m pytest tests/ &amp;&amp; coverage report --branch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54296"/>
            <a:ext cx="11475720" cy="47548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7457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Mutation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745736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mutmut run &amp;&amp; mutmut results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66360"/>
            <a:ext cx="11475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257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Specific 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257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C8CFF"/>
                </a:solidFill>
              </a:rPr>
              <a:t>python -m pytest tests/blackbox/ -v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678424"/>
            <a:ext cx="11475720" cy="47548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76986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HTML coverage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769864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9D3C3"/>
                </a:solidFill>
              </a:rPr>
              <a:t>coverage html &amp;&amp; open htmlcov/index.html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1" i="0">
                <a:solidFill>
                  <a:srgbClr val="1A222E"/>
                </a:solidFill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" y="1234440"/>
            <a:ext cx="121916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121916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58A6FF"/>
                </a:solidFill>
              </a:rPr>
              <a:t>Thank you for listening!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53712"/>
            <a:ext cx="12191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9939E"/>
                </a:solidFill>
              </a:rPr>
              <a:t>Yash Salunke  ·  Harshal Gajjar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376672"/>
            <a:ext cx="1920240" cy="42062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341 Tests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9232" y="5376672"/>
            <a:ext cx="1920240" cy="42062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89%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4064" y="5376672"/>
            <a:ext cx="1920240" cy="42062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81.6% Mutation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5376672"/>
            <a:ext cx="1920240" cy="420624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 Bugs Found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53728" y="5376672"/>
            <a:ext cx="1920240" cy="420624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 Suites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